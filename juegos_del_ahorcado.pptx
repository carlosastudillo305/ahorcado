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256" r:id="rId4"/>
    <p:sldId id="258" r:id="rId5"/>
    <p:sldId id="257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81D459-CCA2-CD9D-5729-61227AD3F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9DC0F3-B85D-BA33-A61E-9E439AEE8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230C47-2250-19E3-6335-4CE7CB912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5CD898-3185-5692-5A18-B4D3B852B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94DDC9-0BF1-00EA-59D7-E5060759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8702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7D8B4-5FC5-578F-F740-E6FAB66B5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1E8287-277B-9EB0-BBAB-94C4AEB3E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0B0440-6E6E-E607-D646-0F8AE34F4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13AB64-333D-BA01-0FA0-3A23C36C3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21615D-B9A7-CA21-D362-A9D8DD371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9464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59AE7-E057-74D1-F269-BEDF766F7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2B7883-C15D-3A54-2F97-42B8C0E34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A4AA2A-A5F0-ECB3-FD3B-9184CAEF7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A48A74-4066-DCEC-8918-871491185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E0C6A8-C23B-51B6-6F79-581B5FCAF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9666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8C9D2-DC78-9D81-5847-371FF652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B4F87A-F7A4-FAD7-74AF-CC3297F710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AE42A4B-4902-D623-301D-8BF4662B05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41844C-84E7-6143-30E2-65289F8A3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D68057-972F-B4DD-4403-B061F8BA2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7E3594-1AB1-D05C-9036-ED3E7CC7E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468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28B1E-D22C-62F6-8906-F5472E0E3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93C09F-5ACF-F02A-EE5F-0406F8F71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A4CA96-D389-8BAB-B489-262914516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93BC3A9-4641-F057-BD67-83EDB6316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242E2B5-E7C7-F91F-B219-706CF7018E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0BC4D2E-C664-50A0-3BCE-B600BD4BF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6F18C1A-2871-3A6A-1034-56F02D644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63ED636-ECDA-D6EB-4574-7DE8BC86E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6339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AE8662-3B0B-7C17-7201-3EEB6F179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FD9CF17-B105-F935-D398-9CB863CF0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E68E8DD-D231-9704-98E2-DEA01F13B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B9088C-92F1-090A-89ED-93D233CEC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8111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B5C5E6D-C0BD-DF2D-91EC-326F2A978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7A0A79E-74F2-7717-4DB9-A5673FBB3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8C4570-F20A-8EAF-4D8D-3FFFB3ECF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7064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B4AA70-8652-D549-CAAD-7E52F0CC1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1A5D1F-EAF4-3C2E-2B8C-36A4CF0B7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425CEF-C6AE-2A7E-5759-4399D7FB36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74B126-9854-6F76-4589-224F51493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C9E2D6-D577-2570-5BA9-167C46751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C43C43-B487-BAED-447B-127AB593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3506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FAF1FC-3458-B8DF-2D65-2BEDE7D35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81CF0A-5F3A-BBAB-6681-67385286BA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60A952-79AD-4BB6-CF46-C40BC9C1D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0315B3-432A-743B-57CE-69B2B40A5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2E60FD-686B-C67C-1F86-C3394DE3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152E7B-FA91-69C4-9A0F-004F5ABFA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1574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514D9E-4625-8DE9-5318-6AC6EA8FF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8DD58D-A3FC-AC17-4583-51A761CAE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C130A8-0672-B311-ECC9-2C0DF48C4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0131F1-0057-9856-AC4A-DBAA661ED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470BE9-D578-B4FA-3569-DFE3B3623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938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308DE4C-2588-DA92-8692-FAD81BE4E8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7379CFC-E386-0F0B-B2A3-5FD57677BE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0772C9-498E-7AFB-17C2-442CEE6E3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11BCE0-D753-BCBB-2178-7F4AF6E5E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77DC85-3E69-7884-6596-1345A3C20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5402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488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2316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787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0413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7661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771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32559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1792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2427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957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8724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389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2086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6175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5015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7126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3757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64807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1601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2254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3038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49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4758273-1E56-6248-B3B8-745A0CE07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0239DD-6930-ACF1-F78F-6E8E960D7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05609E-CC95-C733-25FC-B3D3B459D8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882F80-6A33-6ED9-EB64-41D6990BE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31D044-4DC5-BBB8-442E-1932F721F9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034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10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7E197-9823-482C-B70B-0BE80EEF98AB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DFEAE8B-3532-42D7-BC57-CF49D14773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557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3010" y="-18660"/>
            <a:ext cx="4902679" cy="466700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DCEC70C-9F4B-4A73-B4BD-AE50AD617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3010" y="-18660"/>
            <a:ext cx="4902679" cy="466700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955" y="-18660"/>
            <a:ext cx="4902678" cy="4544235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A81AD7-3B83-B4C1-9618-02B4FE1F2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7477" y="306277"/>
            <a:ext cx="4024032" cy="2885715"/>
          </a:xfrm>
        </p:spPr>
        <p:txBody>
          <a:bodyPr>
            <a:normAutofit/>
          </a:bodyPr>
          <a:lstStyle/>
          <a:p>
            <a:r>
              <a:rPr lang="es-EC" sz="5400">
                <a:solidFill>
                  <a:schemeClr val="bg1"/>
                </a:solidFill>
              </a:rPr>
              <a:t>JUEGO DEL AHORCADO</a:t>
            </a:r>
            <a:endParaRPr lang="es-ES" sz="540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F00F08-4C2D-F456-0F57-D9F220486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7477" y="3210652"/>
            <a:ext cx="4024032" cy="708802"/>
          </a:xfrm>
        </p:spPr>
        <p:txBody>
          <a:bodyPr>
            <a:norm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Hecho por carlos astudillo</a:t>
            </a:r>
            <a:endParaRPr lang="es-ES" sz="2000">
              <a:solidFill>
                <a:schemeClr val="bg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95744" y="619036"/>
            <a:ext cx="857067" cy="8570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4D525A72-77E7-4E14-BEE2-FC3A19EC4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95744" y="619036"/>
            <a:ext cx="857067" cy="8570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9124" y="5424608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A7DB0E45-9684-ADCB-3EDC-D8D7AD376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177" y="2474375"/>
            <a:ext cx="3025398" cy="3083023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DA31323F-03C2-4114-B2CC-79931D22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6412" y="1675422"/>
            <a:ext cx="4680928" cy="468092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98EBCA3-8AAD-4596-8EBF-43A43542F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6412" y="1675422"/>
            <a:ext cx="4680928" cy="4680928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49330" y="222739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9457709F-7F08-4A4A-9DB7-1AFB3FCF0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9124" y="5424608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47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6412368-7E6B-4064-B6FA-72DF6DA0C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14FE20-9BCC-4219-A8AD-B1C110BD5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DE2752-A5DC-7D71-623E-F26AEA92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7" y="976508"/>
            <a:ext cx="5525305" cy="2367221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600"/>
              <a:t>FUNCIONALIDADES DEL JUEGO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661C966-C6C8-4667-903D-E68521C35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8" y="3528543"/>
            <a:ext cx="55361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6439133-030D-427C-AADE-2B48B1991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77388" y="482171"/>
            <a:ext cx="4074533" cy="5149101"/>
            <a:chOff x="7477388" y="482171"/>
            <a:chExt cx="4074533" cy="514910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C11378B-6628-411A-9A79-CF10232D7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77388" y="482171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8E6BF6A-26B8-45E6-887E-FE78A7984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47" y="812507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82388B0B-738B-4313-8674-79D97E74A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51624" y="977965"/>
            <a:ext cx="3119444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Playing Cards">
            <a:extLst>
              <a:ext uri="{FF2B5EF4-FFF2-40B4-BE49-F238E27FC236}">
                <a16:creationId xmlns:a16="http://schemas.microsoft.com/office/drawing/2014/main" id="{710C7DE6-E130-F7B4-72E9-1D4769D87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6373" y="1649879"/>
            <a:ext cx="2799103" cy="279910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DF84359-5DD6-461B-9519-90AA2F46C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90BC892-CE86-41EE-8A3B-2178D5170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421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0366137-3DBB-4912-98D5-672702020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28D1CE-5BF4-45B7-8D6D-B31A31980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775791" cy="6857999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AE1B1E-C6F0-6961-DEC5-30BCEA462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526" y="2563907"/>
            <a:ext cx="3228738" cy="3544498"/>
          </a:xfrm>
        </p:spPr>
        <p:txBody>
          <a:bodyPr anchor="t">
            <a:normAutofit/>
          </a:bodyPr>
          <a:lstStyle/>
          <a:p>
            <a:pPr algn="ctr"/>
            <a:r>
              <a:rPr lang="es-EC" sz="2000">
                <a:solidFill>
                  <a:schemeClr val="bg1"/>
                </a:solidFill>
              </a:rPr>
              <a:t>El juego cuenta con un dibujo ASCII (</a:t>
            </a:r>
            <a:r>
              <a:rPr lang="es-ES" sz="2000" b="1">
                <a:solidFill>
                  <a:schemeClr val="bg1"/>
                </a:solidFill>
              </a:rPr>
              <a:t>American Standard Code for Information Interchange</a:t>
            </a:r>
            <a:r>
              <a:rPr lang="es-EC" sz="2000">
                <a:solidFill>
                  <a:schemeClr val="bg1"/>
                </a:solidFill>
              </a:rPr>
              <a:t>) que nos permite ver el estado del muñeco por cada fallo que el jugador presenta</a:t>
            </a:r>
            <a:endParaRPr lang="es-ES" sz="2000">
              <a:solidFill>
                <a:schemeClr val="bg1"/>
              </a:solidFill>
            </a:endParaRPr>
          </a:p>
        </p:txBody>
      </p:sp>
      <p:pic>
        <p:nvPicPr>
          <p:cNvPr id="5" name="Imagen 4" descr="Esquemático&#10;&#10;El contenido generado por IA puede ser incorrecto.">
            <a:extLst>
              <a:ext uri="{FF2B5EF4-FFF2-40B4-BE49-F238E27FC236}">
                <a16:creationId xmlns:a16="http://schemas.microsoft.com/office/drawing/2014/main" id="{2089B64F-EDEC-3B9E-F3F1-09F4FDF6D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372" y="685802"/>
            <a:ext cx="1852032" cy="5486398"/>
          </a:xfrm>
          <a:prstGeom prst="rect">
            <a:avLst/>
          </a:prstGeom>
        </p:spPr>
      </p:pic>
      <p:pic>
        <p:nvPicPr>
          <p:cNvPr id="7" name="Imagen 6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8B6996C0-F486-B0AF-AE4C-F5301F8201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383" y="685801"/>
            <a:ext cx="1986769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638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13B68-7A08-B4CC-A844-27310D8C6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7615" y="860160"/>
            <a:ext cx="4372235" cy="489315"/>
          </a:xfrm>
        </p:spPr>
        <p:txBody>
          <a:bodyPr>
            <a:normAutofit fontScale="90000"/>
          </a:bodyPr>
          <a:lstStyle/>
          <a:p>
            <a:r>
              <a:rPr lang="es-ES" sz="1800" dirty="0"/>
              <a:t>Presentamos una lista de palabras las cuales serán utilizadas para el juego del ahorcado</a:t>
            </a:r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376DD13D-DFE8-28ED-D266-9117F04E61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" y="518949"/>
            <a:ext cx="5201376" cy="1171739"/>
          </a:xfrm>
          <a:prstGeom prst="rect">
            <a:avLst/>
          </a:prstGeom>
        </p:spPr>
      </p:pic>
      <p:pic>
        <p:nvPicPr>
          <p:cNvPr id="7" name="Imagen 6" descr="Interfaz de usuario gráfica, Texto, Sitio web&#10;&#10;El contenido generado por IA puede ser incorrecto.">
            <a:extLst>
              <a:ext uri="{FF2B5EF4-FFF2-40B4-BE49-F238E27FC236}">
                <a16:creationId xmlns:a16="http://schemas.microsoft.com/office/drawing/2014/main" id="{129179D6-3D5A-5AFA-2DA8-2004B993E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3048" y="2101117"/>
            <a:ext cx="4029752" cy="1125379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232C4D54-1356-A207-0FA4-683C5EDE5165}"/>
              </a:ext>
            </a:extLst>
          </p:cNvPr>
          <p:cNvSpPr txBox="1">
            <a:spLocks/>
          </p:cNvSpPr>
          <p:nvPr/>
        </p:nvSpPr>
        <p:spPr>
          <a:xfrm>
            <a:off x="692150" y="2442329"/>
            <a:ext cx="4363387" cy="489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/>
              <a:t>Tenemos una función que escoge una palabra aleatoria de la lista anterior</a:t>
            </a:r>
          </a:p>
        </p:txBody>
      </p:sp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0AA9CD4D-52C9-259E-B24E-CE869B1D0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" y="3683286"/>
            <a:ext cx="7621064" cy="261974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59085293-5EDE-0860-4777-C4FC772065C8}"/>
              </a:ext>
            </a:extLst>
          </p:cNvPr>
          <p:cNvSpPr txBox="1">
            <a:spLocks/>
          </p:cNvSpPr>
          <p:nvPr/>
        </p:nvSpPr>
        <p:spPr>
          <a:xfrm>
            <a:off x="8313214" y="4279143"/>
            <a:ext cx="3878786" cy="1522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/>
              <a:t>En esta función mostramos el dibujo  del ahorcado junto con la palabra y los guiones para ser adivinada</a:t>
            </a:r>
          </a:p>
        </p:txBody>
      </p:sp>
    </p:spTree>
    <p:extLst>
      <p:ext uri="{BB962C8B-B14F-4D97-AF65-F5344CB8AC3E}">
        <p14:creationId xmlns:p14="http://schemas.microsoft.com/office/powerpoint/2010/main" val="3856560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BB14454-D00C-4958-BB39-F5F9F3AC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8A657A7-C4E5-425B-98FA-BB817FF7B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8029" y="1847088"/>
            <a:ext cx="352036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A1084370-0E70-4003-9787-3490FCC20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B7C66D2-22E8-4E8F-829B-050BFA7C8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7" y="482171"/>
            <a:ext cx="6104331" cy="5149101"/>
            <a:chOff x="7463259" y="583365"/>
            <a:chExt cx="6104330" cy="518192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0B78D6F-1F61-4DBB-8F5A-934BB850D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9" y="583365"/>
              <a:ext cx="6104330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3EA261D-1F8C-4BE5-8586-3C1CC5CE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8" y="915807"/>
              <a:ext cx="5471354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558B302B-0961-FADD-E649-17DC94ABBD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70" b="1"/>
          <a:stretch>
            <a:fillRect/>
          </a:stretch>
        </p:blipFill>
        <p:spPr>
          <a:xfrm>
            <a:off x="1271223" y="1116345"/>
            <a:ext cx="4825148" cy="386617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E665294-1F71-970D-398B-304266E31A7B}"/>
              </a:ext>
            </a:extLst>
          </p:cNvPr>
          <p:cNvSpPr txBox="1"/>
          <p:nvPr/>
        </p:nvSpPr>
        <p:spPr>
          <a:xfrm>
            <a:off x="7218029" y="2015732"/>
            <a:ext cx="3520368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Aquí pedimos una letra al usuario para poder ser validada e ingresada dentro de la funcion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635D2BC-4EDA-4A3E-83BF-035608099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3C86EB9-7FA9-42F7-B348-A7FD17436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966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E4995683-D1AF-F31F-78EA-C2D783227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79" y="67890"/>
            <a:ext cx="6719147" cy="577295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0E2C215-C90E-97F0-1950-38E87682F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79" y="5857928"/>
            <a:ext cx="6719147" cy="714475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DBA7632A-D646-C04B-5045-39FE1FC992EB}"/>
              </a:ext>
            </a:extLst>
          </p:cNvPr>
          <p:cNvSpPr txBox="1"/>
          <p:nvPr/>
        </p:nvSpPr>
        <p:spPr>
          <a:xfrm>
            <a:off x="7929798" y="2274838"/>
            <a:ext cx="35976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Esta función controla una partida completa: prepara el estado inicial, entra en un bucle de juego, y termina cuando el jugador gana (adivina todas las letras) o pierde (alcanza el máximo de fallos).</a:t>
            </a:r>
          </a:p>
        </p:txBody>
      </p:sp>
    </p:spTree>
    <p:extLst>
      <p:ext uri="{BB962C8B-B14F-4D97-AF65-F5344CB8AC3E}">
        <p14:creationId xmlns:p14="http://schemas.microsoft.com/office/powerpoint/2010/main" val="25232983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3.xml><?xml version="1.0" encoding="utf-8"?>
<a:theme xmlns:a="http://schemas.openxmlformats.org/drawingml/2006/main" name="1_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</TotalTime>
  <Words>140</Words>
  <Application>Microsoft Office PowerPoint</Application>
  <PresentationFormat>Panorámica</PresentationFormat>
  <Paragraphs>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Gill Sans MT</vt:lpstr>
      <vt:lpstr>Tema de Office</vt:lpstr>
      <vt:lpstr>Galería</vt:lpstr>
      <vt:lpstr>1_Galería</vt:lpstr>
      <vt:lpstr>JUEGO DEL AHORCADO</vt:lpstr>
      <vt:lpstr>FUNCIONALIDADES DEL JUEGO</vt:lpstr>
      <vt:lpstr>Presentación de PowerPoint</vt:lpstr>
      <vt:lpstr>Presentamos una lista de palabras las cuales serán utilizadas para el juego del ahorcado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ASTUDILLO VARGAS CARLOS</dc:creator>
  <cp:lastModifiedBy>ASTUDILLO VARGAS CARLOS</cp:lastModifiedBy>
  <cp:revision>1</cp:revision>
  <dcterms:created xsi:type="dcterms:W3CDTF">2026-03-04T03:42:54Z</dcterms:created>
  <dcterms:modified xsi:type="dcterms:W3CDTF">2026-03-04T04:01:23Z</dcterms:modified>
</cp:coreProperties>
</file>